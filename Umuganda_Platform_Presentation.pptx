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72B01D"/>
                </a:solidFill>
              </a:defRPr>
            </a:pPr>
            <a:r>
              <a:t>Umuganda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3EFF5"/>
                </a:solidFill>
              </a:defRPr>
            </a:pPr>
            <a:r>
              <a:t>Social Impact Tracking Platform for Rwanda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54955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2B01D"/>
          </a:solidFill>
          <a:ln>
            <a:solidFill>
              <a:srgbClr val="72B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• Manual tracking: Community service activities recorded manually without centralization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• Lack of transparency: No visibility into impact metrics or community contributions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• Low engagement: Communities lack incentive to report and celebrate contributions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• No analytics: Absence of data-driven insights for decision-making at district level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• Siloed information: Each cell operates independently without sharing knowledge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• Accountability gaps: Difficult to verify and measure social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2B01D"/>
          </a:solidFill>
          <a:ln>
            <a:solidFill>
              <a:srgbClr val="72B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📱 Unified Platform: Web-based application for social media-style activity sharing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🎯 Impact Measurement: Real-time analytics dashboard tracking community contributions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👥 Hierarchical Access: Cell members, moderators, and district viewers with role-based permissions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📊 Rich Engagement: Comments, reactions, reposts to foster community participation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🏆 Recognition System: Trending activities, popular posts, engagement leaderboards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🔍 Data Insights: Comprehensive analytics showing impact by location, category, and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2B01D"/>
          </a:solidFill>
          <a:ln>
            <a:solidFill>
              <a:srgbClr val="72B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User Management: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Registration &amp; authentication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Role-based access control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Profile management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Activity Sharing: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Text posts with hashtags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Image uploads (up to 5)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Location tagging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Category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Engagement Tools: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Comments on posts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4 reaction types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Repost/share capability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Trending detection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Analytics &amp; Insights: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National statistics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Category breakdown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Popular hashtags</a:t>
            </a:r>
          </a:p>
          <a:p>
            <a:pPr>
              <a:spcBef>
                <a:spcPts val="600"/>
              </a:spcBef>
              <a:defRPr sz="1400">
                <a:solidFill>
                  <a:srgbClr val="0D0A0B"/>
                </a:solidFill>
              </a:defRPr>
            </a:pPr>
            <a:r>
              <a:t>• Community leaderboards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2B01D"/>
          </a:solidFill>
          <a:ln>
            <a:solidFill>
              <a:srgbClr val="72B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Use 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👤 Actors: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   • Community Member: Create posts, comment, react, repost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   • Cell Moderator: Manage posts, moderate comments, oversee cell activities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   • District Viewer: View analytics, generate reports, access all district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🎯 Primary Use Cases: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   1. Register &amp; Login → Access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   2. Create Post → Share activity (text/images)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   3. Engage Post → Comment, react, repost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   4. View Feed → Discover activities with filters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   5. View Analytics → Track impact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2B01D"/>
          </a:solidFill>
          <a:ln>
            <a:solidFill>
              <a:srgbClr val="72B0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Post Creation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📝 High-Level Sequence: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1. User fills compose form (text/images, location, category, hashtags)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2. Frontend validates input (length, image count,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3. API receives request + validates with Zod schemas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4. Factory pattern creates appropriate post type (Text/Image)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5. Builder pattern constructs post with all metadata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6. Prisma ORM saves to PostgreSQL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7. Analytics engine updates metrics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8. Response sent with post object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9. Frontend updates UI and shows confirmation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0D0A0B"/>
                </a:solidFill>
              </a:defRPr>
            </a:pPr>
            <a:r>
              <a:t>⚡ Performance: &lt;200ms database operation +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